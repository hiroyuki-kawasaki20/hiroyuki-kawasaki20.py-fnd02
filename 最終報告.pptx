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3" r:id="rId1"/>
  </p:sldMasterIdLst>
  <p:notesMasterIdLst>
    <p:notesMasterId r:id="rId7"/>
  </p:notesMasterIdLst>
  <p:sldIdLst>
    <p:sldId id="2562" r:id="rId2"/>
    <p:sldId id="2567" r:id="rId3"/>
    <p:sldId id="2573" r:id="rId4"/>
    <p:sldId id="2590" r:id="rId5"/>
    <p:sldId id="258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PCデジタル研修最終報告" id="{DF5625B5-901E-41C1-B4EB-0B8576631243}">
          <p14:sldIdLst>
            <p14:sldId id="2562"/>
            <p14:sldId id="2567"/>
            <p14:sldId id="2573"/>
            <p14:sldId id="2590"/>
            <p14:sldId id="25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82788" autoAdjust="0"/>
  </p:normalViewPr>
  <p:slideViewPr>
    <p:cSldViewPr snapToGrid="0">
      <p:cViewPr varScale="1">
        <p:scale>
          <a:sx n="91" d="100"/>
          <a:sy n="91" d="100"/>
        </p:scale>
        <p:origin x="13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wasaki, Hiroyuki/河崎 広幸" userId="d5fa0020-22a1-4965-8850-a9695e071be4" providerId="ADAL" clId="{D421CF72-F07B-4146-A798-EEF8AEE0C6DF}"/>
    <pc:docChg chg="undo redo custSel addSld delSld modSld sldOrd modSection">
      <pc:chgData name="Kawasaki, Hiroyuki/河崎 広幸" userId="d5fa0020-22a1-4965-8850-a9695e071be4" providerId="ADAL" clId="{D421CF72-F07B-4146-A798-EEF8AEE0C6DF}" dt="2025-06-24T05:33:39.836" v="4992" actId="403"/>
      <pc:docMkLst>
        <pc:docMk/>
      </pc:docMkLst>
      <pc:sldChg chg="addSp delSp modSp mod modTransition modNotesTx">
        <pc:chgData name="Kawasaki, Hiroyuki/河崎 広幸" userId="d5fa0020-22a1-4965-8850-a9695e071be4" providerId="ADAL" clId="{D421CF72-F07B-4146-A798-EEF8AEE0C6DF}" dt="2025-06-24T00:02:00.878" v="4069" actId="20577"/>
        <pc:sldMkLst>
          <pc:docMk/>
          <pc:sldMk cId="4180523288" sldId="263"/>
        </pc:sldMkLst>
        <pc:spChg chg="mod">
          <ac:chgData name="Kawasaki, Hiroyuki/河崎 広幸" userId="d5fa0020-22a1-4965-8850-a9695e071be4" providerId="ADAL" clId="{D421CF72-F07B-4146-A798-EEF8AEE0C6DF}" dt="2025-06-23T06:42:58.669" v="3513" actId="14100"/>
          <ac:spMkLst>
            <pc:docMk/>
            <pc:sldMk cId="4180523288" sldId="263"/>
            <ac:spMk id="2" creationId="{4821602C-0398-8E92-DAA5-A0F0DF7E548D}"/>
          </ac:spMkLst>
        </pc:spChg>
        <pc:spChg chg="mod">
          <ac:chgData name="Kawasaki, Hiroyuki/河崎 広幸" userId="d5fa0020-22a1-4965-8850-a9695e071be4" providerId="ADAL" clId="{D421CF72-F07B-4146-A798-EEF8AEE0C6DF}" dt="2025-06-17T00:18:11.344" v="920" actId="255"/>
          <ac:spMkLst>
            <pc:docMk/>
            <pc:sldMk cId="4180523288" sldId="263"/>
            <ac:spMk id="7" creationId="{ECDD4C1E-8C63-381D-B296-CF60DB8935A6}"/>
          </ac:spMkLst>
        </pc:spChg>
        <pc:spChg chg="mod">
          <ac:chgData name="Kawasaki, Hiroyuki/河崎 広幸" userId="d5fa0020-22a1-4965-8850-a9695e071be4" providerId="ADAL" clId="{D421CF72-F07B-4146-A798-EEF8AEE0C6DF}" dt="2025-06-19T06:29:34.599" v="987" actId="14100"/>
          <ac:spMkLst>
            <pc:docMk/>
            <pc:sldMk cId="4180523288" sldId="263"/>
            <ac:spMk id="11" creationId="{DCA950F3-F598-0E03-293E-4CF45ED3320E}"/>
          </ac:spMkLst>
        </pc:spChg>
        <pc:picChg chg="mod">
          <ac:chgData name="Kawasaki, Hiroyuki/河崎 広幸" userId="d5fa0020-22a1-4965-8850-a9695e071be4" providerId="ADAL" clId="{D421CF72-F07B-4146-A798-EEF8AEE0C6DF}" dt="2025-06-17T00:47:14.760" v="956" actId="14100"/>
          <ac:picMkLst>
            <pc:docMk/>
            <pc:sldMk cId="4180523288" sldId="263"/>
            <ac:picMk id="14" creationId="{18864994-9EE4-DF1F-8EFA-D4E55A83D6FD}"/>
          </ac:picMkLst>
        </pc:picChg>
        <pc:picChg chg="add mod ord modCrop">
          <ac:chgData name="Kawasaki, Hiroyuki/河崎 広幸" userId="d5fa0020-22a1-4965-8850-a9695e071be4" providerId="ADAL" clId="{D421CF72-F07B-4146-A798-EEF8AEE0C6DF}" dt="2025-06-23T06:24:26.249" v="3491" actId="14100"/>
          <ac:picMkLst>
            <pc:docMk/>
            <pc:sldMk cId="4180523288" sldId="263"/>
            <ac:picMk id="18" creationId="{990B8201-5C55-798A-4779-DB28BB6455E3}"/>
          </ac:picMkLst>
        </pc:picChg>
      </pc:sldChg>
      <pc:sldChg chg="addSp delSp modSp del mod ord modTransition modNotesTx">
        <pc:chgData name="Kawasaki, Hiroyuki/河崎 広幸" userId="d5fa0020-22a1-4965-8850-a9695e071be4" providerId="ADAL" clId="{D421CF72-F07B-4146-A798-EEF8AEE0C6DF}" dt="2025-06-23T23:44:36.605" v="3747" actId="2696"/>
        <pc:sldMkLst>
          <pc:docMk/>
          <pc:sldMk cId="795794535" sldId="264"/>
        </pc:sldMkLst>
      </pc:sldChg>
      <pc:sldChg chg="modSp mod modNotesTx">
        <pc:chgData name="Kawasaki, Hiroyuki/河崎 広幸" userId="d5fa0020-22a1-4965-8850-a9695e071be4" providerId="ADAL" clId="{D421CF72-F07B-4146-A798-EEF8AEE0C6DF}" dt="2025-06-24T05:33:39.836" v="4992" actId="403"/>
        <pc:sldMkLst>
          <pc:docMk/>
          <pc:sldMk cId="1143353136" sldId="2562"/>
        </pc:sldMkLst>
        <pc:spChg chg="mod">
          <ac:chgData name="Kawasaki, Hiroyuki/河崎 広幸" userId="d5fa0020-22a1-4965-8850-a9695e071be4" providerId="ADAL" clId="{D421CF72-F07B-4146-A798-EEF8AEE0C6DF}" dt="2025-06-24T05:33:39.836" v="4992" actId="403"/>
          <ac:spMkLst>
            <pc:docMk/>
            <pc:sldMk cId="1143353136" sldId="2562"/>
            <ac:spMk id="4" creationId="{F2D22C02-3312-C7CE-E136-43BE9620B199}"/>
          </ac:spMkLst>
        </pc:spChg>
        <pc:spChg chg="mod">
          <ac:chgData name="Kawasaki, Hiroyuki/河崎 広幸" userId="d5fa0020-22a1-4965-8850-a9695e071be4" providerId="ADAL" clId="{D421CF72-F07B-4146-A798-EEF8AEE0C6DF}" dt="2025-06-24T00:17:39.698" v="4229" actId="20577"/>
          <ac:spMkLst>
            <pc:docMk/>
            <pc:sldMk cId="1143353136" sldId="2562"/>
            <ac:spMk id="9" creationId="{0901F297-00DC-F64D-8060-F182245D4324}"/>
          </ac:spMkLst>
        </pc:spChg>
      </pc:sldChg>
      <pc:sldChg chg="modSp mod modNotesTx">
        <pc:chgData name="Kawasaki, Hiroyuki/河崎 広幸" userId="d5fa0020-22a1-4965-8850-a9695e071be4" providerId="ADAL" clId="{D421CF72-F07B-4146-A798-EEF8AEE0C6DF}" dt="2025-06-23T02:45:54.384" v="1990" actId="20577"/>
        <pc:sldMkLst>
          <pc:docMk/>
          <pc:sldMk cId="3662791296" sldId="2564"/>
        </pc:sldMkLst>
        <pc:spChg chg="mod">
          <ac:chgData name="Kawasaki, Hiroyuki/河崎 広幸" userId="d5fa0020-22a1-4965-8850-a9695e071be4" providerId="ADAL" clId="{D421CF72-F07B-4146-A798-EEF8AEE0C6DF}" dt="2025-06-06T01:55:35.753" v="610" actId="207"/>
          <ac:spMkLst>
            <pc:docMk/>
            <pc:sldMk cId="3662791296" sldId="2564"/>
            <ac:spMk id="2" creationId="{FF114A11-B480-81D5-5FA8-2E3D624016D7}"/>
          </ac:spMkLst>
        </pc:spChg>
        <pc:spChg chg="mod">
          <ac:chgData name="Kawasaki, Hiroyuki/河崎 広幸" userId="d5fa0020-22a1-4965-8850-a9695e071be4" providerId="ADAL" clId="{D421CF72-F07B-4146-A798-EEF8AEE0C6DF}" dt="2025-06-17T00:40:56.249" v="943" actId="20577"/>
          <ac:spMkLst>
            <pc:docMk/>
            <pc:sldMk cId="3662791296" sldId="2564"/>
            <ac:spMk id="4" creationId="{C03C3C86-09D2-89A7-A9A3-5649EF7671F1}"/>
          </ac:spMkLst>
        </pc:spChg>
      </pc:sldChg>
      <pc:sldChg chg="modSp mod modNotesTx">
        <pc:chgData name="Kawasaki, Hiroyuki/河崎 広幸" userId="d5fa0020-22a1-4965-8850-a9695e071be4" providerId="ADAL" clId="{D421CF72-F07B-4146-A798-EEF8AEE0C6DF}" dt="2025-06-23T06:58:30.472" v="3594" actId="1076"/>
        <pc:sldMkLst>
          <pc:docMk/>
          <pc:sldMk cId="2381120743" sldId="2567"/>
        </pc:sldMkLst>
        <pc:spChg chg="mod">
          <ac:chgData name="Kawasaki, Hiroyuki/河崎 広幸" userId="d5fa0020-22a1-4965-8850-a9695e071be4" providerId="ADAL" clId="{D421CF72-F07B-4146-A798-EEF8AEE0C6DF}" dt="2025-06-17T00:13:23.725" v="896" actId="20577"/>
          <ac:spMkLst>
            <pc:docMk/>
            <pc:sldMk cId="2381120743" sldId="2567"/>
            <ac:spMk id="2" creationId="{41A18BE1-C239-BCAB-5980-1C8B1CF92FAD}"/>
          </ac:spMkLst>
        </pc:spChg>
        <pc:spChg chg="mod">
          <ac:chgData name="Kawasaki, Hiroyuki/河崎 広幸" userId="d5fa0020-22a1-4965-8850-a9695e071be4" providerId="ADAL" clId="{D421CF72-F07B-4146-A798-EEF8AEE0C6DF}" dt="2025-06-23T06:58:30.472" v="3594" actId="1076"/>
          <ac:spMkLst>
            <pc:docMk/>
            <pc:sldMk cId="2381120743" sldId="2567"/>
            <ac:spMk id="3" creationId="{A8742721-1D08-55C2-202D-435D499E584D}"/>
          </ac:spMkLst>
        </pc:spChg>
        <pc:spChg chg="mod">
          <ac:chgData name="Kawasaki, Hiroyuki/河崎 広幸" userId="d5fa0020-22a1-4965-8850-a9695e071be4" providerId="ADAL" clId="{D421CF72-F07B-4146-A798-EEF8AEE0C6DF}" dt="2025-05-27T05:25:16.384" v="457" actId="1076"/>
          <ac:spMkLst>
            <pc:docMk/>
            <pc:sldMk cId="2381120743" sldId="2567"/>
            <ac:spMk id="15" creationId="{80468E3E-BDC6-9EA8-0EAE-45FB5D7C15E2}"/>
          </ac:spMkLst>
        </pc:spChg>
      </pc:sldChg>
      <pc:sldChg chg="modSp mod modAnim modNotesTx">
        <pc:chgData name="Kawasaki, Hiroyuki/河崎 広幸" userId="d5fa0020-22a1-4965-8850-a9695e071be4" providerId="ADAL" clId="{D421CF72-F07B-4146-A798-EEF8AEE0C6DF}" dt="2025-06-24T04:42:41.407" v="4904" actId="20577"/>
        <pc:sldMkLst>
          <pc:docMk/>
          <pc:sldMk cId="2614141391" sldId="2570"/>
        </pc:sldMkLst>
        <pc:spChg chg="mod">
          <ac:chgData name="Kawasaki, Hiroyuki/河崎 広幸" userId="d5fa0020-22a1-4965-8850-a9695e071be4" providerId="ADAL" clId="{D421CF72-F07B-4146-A798-EEF8AEE0C6DF}" dt="2025-06-06T01:55:52.114" v="613" actId="207"/>
          <ac:spMkLst>
            <pc:docMk/>
            <pc:sldMk cId="2614141391" sldId="2570"/>
            <ac:spMk id="2" creationId="{2AEE73D9-73B5-CFF5-9F56-B13D5730424B}"/>
          </ac:spMkLst>
        </pc:spChg>
        <pc:spChg chg="mod">
          <ac:chgData name="Kawasaki, Hiroyuki/河崎 広幸" userId="d5fa0020-22a1-4965-8850-a9695e071be4" providerId="ADAL" clId="{D421CF72-F07B-4146-A798-EEF8AEE0C6DF}" dt="2025-06-24T04:42:41.407" v="4904" actId="20577"/>
          <ac:spMkLst>
            <pc:docMk/>
            <pc:sldMk cId="2614141391" sldId="2570"/>
            <ac:spMk id="4" creationId="{E7BEBB22-BE11-A51C-97A2-EC94C5C28E25}"/>
          </ac:spMkLst>
        </pc:spChg>
        <pc:spChg chg="mod">
          <ac:chgData name="Kawasaki, Hiroyuki/河崎 広幸" userId="d5fa0020-22a1-4965-8850-a9695e071be4" providerId="ADAL" clId="{D421CF72-F07B-4146-A798-EEF8AEE0C6DF}" dt="2025-06-23T05:34:07.945" v="2432" actId="1076"/>
          <ac:spMkLst>
            <pc:docMk/>
            <pc:sldMk cId="2614141391" sldId="2570"/>
            <ac:spMk id="112" creationId="{09BA65CE-F8F8-569A-4F53-6C62296BF23E}"/>
          </ac:spMkLst>
        </pc:spChg>
        <pc:picChg chg="mod">
          <ac:chgData name="Kawasaki, Hiroyuki/河崎 広幸" userId="d5fa0020-22a1-4965-8850-a9695e071be4" providerId="ADAL" clId="{D421CF72-F07B-4146-A798-EEF8AEE0C6DF}" dt="2025-06-24T00:10:49.045" v="4206" actId="1076"/>
          <ac:picMkLst>
            <pc:docMk/>
            <pc:sldMk cId="2614141391" sldId="2570"/>
            <ac:picMk id="110" creationId="{89EA71B6-9CBA-566E-E792-71DFE237628E}"/>
          </ac:picMkLst>
        </pc:picChg>
        <pc:picChg chg="mod">
          <ac:chgData name="Kawasaki, Hiroyuki/河崎 広幸" userId="d5fa0020-22a1-4965-8850-a9695e071be4" providerId="ADAL" clId="{D421CF72-F07B-4146-A798-EEF8AEE0C6DF}" dt="2025-06-24T00:10:49.045" v="4206" actId="1076"/>
          <ac:picMkLst>
            <pc:docMk/>
            <pc:sldMk cId="2614141391" sldId="2570"/>
            <ac:picMk id="111" creationId="{EBA52893-099B-DABF-5433-AB711EC35E3D}"/>
          </ac:picMkLst>
        </pc:picChg>
      </pc:sldChg>
      <pc:sldChg chg="modSp mod modAnim modNotesTx">
        <pc:chgData name="Kawasaki, Hiroyuki/河崎 広幸" userId="d5fa0020-22a1-4965-8850-a9695e071be4" providerId="ADAL" clId="{D421CF72-F07B-4146-A798-EEF8AEE0C6DF}" dt="2025-06-24T05:13:26.771" v="4991" actId="20577"/>
        <pc:sldMkLst>
          <pc:docMk/>
          <pc:sldMk cId="3119108130" sldId="2573"/>
        </pc:sldMkLst>
        <pc:spChg chg="mod">
          <ac:chgData name="Kawasaki, Hiroyuki/河崎 広幸" userId="d5fa0020-22a1-4965-8850-a9695e071be4" providerId="ADAL" clId="{D421CF72-F07B-4146-A798-EEF8AEE0C6DF}" dt="2025-06-06T01:55:58.436" v="614" actId="207"/>
          <ac:spMkLst>
            <pc:docMk/>
            <pc:sldMk cId="3119108130" sldId="2573"/>
            <ac:spMk id="2" creationId="{C7AFD2CB-EF42-14DF-D5AA-D08234001004}"/>
          </ac:spMkLst>
        </pc:spChg>
        <pc:spChg chg="mod">
          <ac:chgData name="Kawasaki, Hiroyuki/河崎 広幸" userId="d5fa0020-22a1-4965-8850-a9695e071be4" providerId="ADAL" clId="{D421CF72-F07B-4146-A798-EEF8AEE0C6DF}" dt="2025-06-24T00:19:02.257" v="4230" actId="207"/>
          <ac:spMkLst>
            <pc:docMk/>
            <pc:sldMk cId="3119108130" sldId="2573"/>
            <ac:spMk id="4" creationId="{672F6E2E-CD37-EA2D-FD1F-D7AA15CE412F}"/>
          </ac:spMkLst>
        </pc:spChg>
        <pc:spChg chg="mod">
          <ac:chgData name="Kawasaki, Hiroyuki/河崎 広幸" userId="d5fa0020-22a1-4965-8850-a9695e071be4" providerId="ADAL" clId="{D421CF72-F07B-4146-A798-EEF8AEE0C6DF}" dt="2025-06-23T05:40:20.822" v="2616" actId="1076"/>
          <ac:spMkLst>
            <pc:docMk/>
            <pc:sldMk cId="3119108130" sldId="2573"/>
            <ac:spMk id="7" creationId="{C215D4B9-291C-450D-9735-9216F20296CE}"/>
          </ac:spMkLst>
        </pc:spChg>
        <pc:spChg chg="mod">
          <ac:chgData name="Kawasaki, Hiroyuki/河崎 広幸" userId="d5fa0020-22a1-4965-8850-a9695e071be4" providerId="ADAL" clId="{D421CF72-F07B-4146-A798-EEF8AEE0C6DF}" dt="2025-06-23T05:40:20.822" v="2616" actId="1076"/>
          <ac:spMkLst>
            <pc:docMk/>
            <pc:sldMk cId="3119108130" sldId="2573"/>
            <ac:spMk id="9" creationId="{6760DD24-19A1-4543-8536-084FC7BA2C7F}"/>
          </ac:spMkLst>
        </pc:spChg>
        <pc:spChg chg="mod">
          <ac:chgData name="Kawasaki, Hiroyuki/河崎 広幸" userId="d5fa0020-22a1-4965-8850-a9695e071be4" providerId="ADAL" clId="{D421CF72-F07B-4146-A798-EEF8AEE0C6DF}" dt="2025-06-23T05:40:20.822" v="2616" actId="1076"/>
          <ac:spMkLst>
            <pc:docMk/>
            <pc:sldMk cId="3119108130" sldId="2573"/>
            <ac:spMk id="11" creationId="{83E31CD2-A4AE-4242-B02B-713A154D6999}"/>
          </ac:spMkLst>
        </pc:spChg>
        <pc:spChg chg="mod">
          <ac:chgData name="Kawasaki, Hiroyuki/河崎 広幸" userId="d5fa0020-22a1-4965-8850-a9695e071be4" providerId="ADAL" clId="{D421CF72-F07B-4146-A798-EEF8AEE0C6DF}" dt="2025-06-23T05:40:20.822" v="2616" actId="1076"/>
          <ac:spMkLst>
            <pc:docMk/>
            <pc:sldMk cId="3119108130" sldId="2573"/>
            <ac:spMk id="12" creationId="{BCF13BC1-0E55-45A7-8E5C-27FE7B0DE0B0}"/>
          </ac:spMkLst>
        </pc:spChg>
        <pc:spChg chg="mod">
          <ac:chgData name="Kawasaki, Hiroyuki/河崎 広幸" userId="d5fa0020-22a1-4965-8850-a9695e071be4" providerId="ADAL" clId="{D421CF72-F07B-4146-A798-EEF8AEE0C6DF}" dt="2025-06-23T05:41:33.561" v="2679" actId="1076"/>
          <ac:spMkLst>
            <pc:docMk/>
            <pc:sldMk cId="3119108130" sldId="2573"/>
            <ac:spMk id="13" creationId="{D2BE098B-8E02-4823-808C-6D0827B89FD4}"/>
          </ac:spMkLst>
        </pc:spChg>
        <pc:spChg chg="mod">
          <ac:chgData name="Kawasaki, Hiroyuki/河崎 広幸" userId="d5fa0020-22a1-4965-8850-a9695e071be4" providerId="ADAL" clId="{D421CF72-F07B-4146-A798-EEF8AEE0C6DF}" dt="2025-06-23T05:40:20.822" v="2616" actId="1076"/>
          <ac:spMkLst>
            <pc:docMk/>
            <pc:sldMk cId="3119108130" sldId="2573"/>
            <ac:spMk id="14" creationId="{4A952520-E66F-41F3-83C0-4459AD73FE53}"/>
          </ac:spMkLst>
        </pc:spChg>
        <pc:spChg chg="mod">
          <ac:chgData name="Kawasaki, Hiroyuki/河崎 広幸" userId="d5fa0020-22a1-4965-8850-a9695e071be4" providerId="ADAL" clId="{D421CF72-F07B-4146-A798-EEF8AEE0C6DF}" dt="2025-06-24T05:13:26.771" v="4991" actId="20577"/>
          <ac:spMkLst>
            <pc:docMk/>
            <pc:sldMk cId="3119108130" sldId="2573"/>
            <ac:spMk id="15" creationId="{191DA899-5FE9-4914-9DBC-DA987E443EFF}"/>
          </ac:spMkLst>
        </pc:spChg>
        <pc:spChg chg="mod">
          <ac:chgData name="Kawasaki, Hiroyuki/河崎 広幸" userId="d5fa0020-22a1-4965-8850-a9695e071be4" providerId="ADAL" clId="{D421CF72-F07B-4146-A798-EEF8AEE0C6DF}" dt="2025-06-23T05:40:20.822" v="2616" actId="1076"/>
          <ac:spMkLst>
            <pc:docMk/>
            <pc:sldMk cId="3119108130" sldId="2573"/>
            <ac:spMk id="28" creationId="{B41DC3C1-C044-46A7-AD7F-79088280F772}"/>
          </ac:spMkLst>
        </pc:spChg>
        <pc:spChg chg="mod">
          <ac:chgData name="Kawasaki, Hiroyuki/河崎 広幸" userId="d5fa0020-22a1-4965-8850-a9695e071be4" providerId="ADAL" clId="{D421CF72-F07B-4146-A798-EEF8AEE0C6DF}" dt="2025-06-23T05:40:20.822" v="2616" actId="1076"/>
          <ac:spMkLst>
            <pc:docMk/>
            <pc:sldMk cId="3119108130" sldId="2573"/>
            <ac:spMk id="30" creationId="{7904622A-D16A-6726-6BB0-1860373AEDD8}"/>
          </ac:spMkLst>
        </pc:spChg>
        <pc:picChg chg="mod">
          <ac:chgData name="Kawasaki, Hiroyuki/河崎 広幸" userId="d5fa0020-22a1-4965-8850-a9695e071be4" providerId="ADAL" clId="{D421CF72-F07B-4146-A798-EEF8AEE0C6DF}" dt="2025-06-23T05:40:20.822" v="2616" actId="1076"/>
          <ac:picMkLst>
            <pc:docMk/>
            <pc:sldMk cId="3119108130" sldId="2573"/>
            <ac:picMk id="18" creationId="{BB9A0352-38E0-4132-AA9A-28F6E3566D9F}"/>
          </ac:picMkLst>
        </pc:picChg>
        <pc:picChg chg="mod">
          <ac:chgData name="Kawasaki, Hiroyuki/河崎 広幸" userId="d5fa0020-22a1-4965-8850-a9695e071be4" providerId="ADAL" clId="{D421CF72-F07B-4146-A798-EEF8AEE0C6DF}" dt="2025-06-23T05:40:20.822" v="2616" actId="1076"/>
          <ac:picMkLst>
            <pc:docMk/>
            <pc:sldMk cId="3119108130" sldId="2573"/>
            <ac:picMk id="19" creationId="{862E62EB-16DF-4351-9C81-F8CCB6A22AA0}"/>
          </ac:picMkLst>
        </pc:picChg>
        <pc:picChg chg="mod">
          <ac:chgData name="Kawasaki, Hiroyuki/河崎 広幸" userId="d5fa0020-22a1-4965-8850-a9695e071be4" providerId="ADAL" clId="{D421CF72-F07B-4146-A798-EEF8AEE0C6DF}" dt="2025-06-23T05:40:20.822" v="2616" actId="1076"/>
          <ac:picMkLst>
            <pc:docMk/>
            <pc:sldMk cId="3119108130" sldId="2573"/>
            <ac:picMk id="23" creationId="{3074C298-B85B-4B4E-911E-EE57EDB0F531}"/>
          </ac:picMkLst>
        </pc:picChg>
        <pc:picChg chg="mod">
          <ac:chgData name="Kawasaki, Hiroyuki/河崎 広幸" userId="d5fa0020-22a1-4965-8850-a9695e071be4" providerId="ADAL" clId="{D421CF72-F07B-4146-A798-EEF8AEE0C6DF}" dt="2025-06-23T05:40:20.822" v="2616" actId="1076"/>
          <ac:picMkLst>
            <pc:docMk/>
            <pc:sldMk cId="3119108130" sldId="2573"/>
            <ac:picMk id="26" creationId="{95098B71-AD7A-03C6-14AE-59142ECCA6F9}"/>
          </ac:picMkLst>
        </pc:picChg>
        <pc:picChg chg="mod">
          <ac:chgData name="Kawasaki, Hiroyuki/河崎 広幸" userId="d5fa0020-22a1-4965-8850-a9695e071be4" providerId="ADAL" clId="{D421CF72-F07B-4146-A798-EEF8AEE0C6DF}" dt="2025-06-23T05:40:20.822" v="2616" actId="1076"/>
          <ac:picMkLst>
            <pc:docMk/>
            <pc:sldMk cId="3119108130" sldId="2573"/>
            <ac:picMk id="27" creationId="{DC46D4DE-2EFE-86C2-1AAC-2C46F5035095}"/>
          </ac:picMkLst>
        </pc:picChg>
        <pc:picChg chg="mod">
          <ac:chgData name="Kawasaki, Hiroyuki/河崎 広幸" userId="d5fa0020-22a1-4965-8850-a9695e071be4" providerId="ADAL" clId="{D421CF72-F07B-4146-A798-EEF8AEE0C6DF}" dt="2025-06-23T05:40:20.822" v="2616" actId="1076"/>
          <ac:picMkLst>
            <pc:docMk/>
            <pc:sldMk cId="3119108130" sldId="2573"/>
            <ac:picMk id="29" creationId="{674F049D-632F-60F1-9F42-487171BEB852}"/>
          </ac:picMkLst>
        </pc:picChg>
      </pc:sldChg>
      <pc:sldChg chg="addSp delSp modSp del mod delAnim modAnim">
        <pc:chgData name="Kawasaki, Hiroyuki/河崎 広幸" userId="d5fa0020-22a1-4965-8850-a9695e071be4" providerId="ADAL" clId="{D421CF72-F07B-4146-A798-EEF8AEE0C6DF}" dt="2025-06-13T04:21:40.312" v="890" actId="2696"/>
        <pc:sldMkLst>
          <pc:docMk/>
          <pc:sldMk cId="1142153213" sldId="2580"/>
        </pc:sldMkLst>
      </pc:sldChg>
      <pc:sldChg chg="del">
        <pc:chgData name="Kawasaki, Hiroyuki/河崎 広幸" userId="d5fa0020-22a1-4965-8850-a9695e071be4" providerId="ADAL" clId="{D421CF72-F07B-4146-A798-EEF8AEE0C6DF}" dt="2025-05-27T02:24:12.263" v="182" actId="2696"/>
        <pc:sldMkLst>
          <pc:docMk/>
          <pc:sldMk cId="1289324574" sldId="2581"/>
        </pc:sldMkLst>
      </pc:sldChg>
      <pc:sldChg chg="addSp delSp modSp del mod">
        <pc:chgData name="Kawasaki, Hiroyuki/河崎 広幸" userId="d5fa0020-22a1-4965-8850-a9695e071be4" providerId="ADAL" clId="{D421CF72-F07B-4146-A798-EEF8AEE0C6DF}" dt="2025-05-27T02:25:02.305" v="184" actId="2696"/>
        <pc:sldMkLst>
          <pc:docMk/>
          <pc:sldMk cId="2006885630" sldId="2582"/>
        </pc:sldMkLst>
      </pc:sldChg>
      <pc:sldChg chg="del">
        <pc:chgData name="Kawasaki, Hiroyuki/河崎 広幸" userId="d5fa0020-22a1-4965-8850-a9695e071be4" providerId="ADAL" clId="{D421CF72-F07B-4146-A798-EEF8AEE0C6DF}" dt="2025-05-27T02:25:02.305" v="184" actId="2696"/>
        <pc:sldMkLst>
          <pc:docMk/>
          <pc:sldMk cId="539315766" sldId="2583"/>
        </pc:sldMkLst>
      </pc:sldChg>
      <pc:sldChg chg="del">
        <pc:chgData name="Kawasaki, Hiroyuki/河崎 広幸" userId="d5fa0020-22a1-4965-8850-a9695e071be4" providerId="ADAL" clId="{D421CF72-F07B-4146-A798-EEF8AEE0C6DF}" dt="2025-05-27T02:25:02.305" v="184" actId="2696"/>
        <pc:sldMkLst>
          <pc:docMk/>
          <pc:sldMk cId="2329438138" sldId="2584"/>
        </pc:sldMkLst>
      </pc:sldChg>
      <pc:sldChg chg="addSp delSp modSp mod modAnim">
        <pc:chgData name="Kawasaki, Hiroyuki/河崎 広幸" userId="d5fa0020-22a1-4965-8850-a9695e071be4" providerId="ADAL" clId="{D421CF72-F07B-4146-A798-EEF8AEE0C6DF}" dt="2025-06-24T00:32:24.636" v="4298" actId="1076"/>
        <pc:sldMkLst>
          <pc:docMk/>
          <pc:sldMk cId="1605459434" sldId="2585"/>
        </pc:sldMkLst>
        <pc:spChg chg="mod">
          <ac:chgData name="Kawasaki, Hiroyuki/河崎 広幸" userId="d5fa0020-22a1-4965-8850-a9695e071be4" providerId="ADAL" clId="{D421CF72-F07B-4146-A798-EEF8AEE0C6DF}" dt="2025-06-24T00:31:55.828" v="4290" actId="1076"/>
          <ac:spMkLst>
            <pc:docMk/>
            <pc:sldMk cId="1605459434" sldId="2585"/>
            <ac:spMk id="2" creationId="{7CFB030F-4825-68CC-D79B-E5D81FA878B1}"/>
          </ac:spMkLst>
        </pc:spChg>
        <pc:spChg chg="mod">
          <ac:chgData name="Kawasaki, Hiroyuki/河崎 広幸" userId="d5fa0020-22a1-4965-8850-a9695e071be4" providerId="ADAL" clId="{D421CF72-F07B-4146-A798-EEF8AEE0C6DF}" dt="2025-06-24T00:32:24.636" v="4298" actId="1076"/>
          <ac:spMkLst>
            <pc:docMk/>
            <pc:sldMk cId="1605459434" sldId="2585"/>
            <ac:spMk id="4" creationId="{18EECEEF-3840-3C92-220C-E915A16BED2C}"/>
          </ac:spMkLst>
        </pc:spChg>
        <pc:picChg chg="add mod">
          <ac:chgData name="Kawasaki, Hiroyuki/河崎 広幸" userId="d5fa0020-22a1-4965-8850-a9695e071be4" providerId="ADAL" clId="{D421CF72-F07B-4146-A798-EEF8AEE0C6DF}" dt="2025-06-24T00:32:19.139" v="4297" actId="14100"/>
          <ac:picMkLst>
            <pc:docMk/>
            <pc:sldMk cId="1605459434" sldId="2585"/>
            <ac:picMk id="20" creationId="{EE05CCA2-BB44-6D21-2B66-A68289A1E592}"/>
          </ac:picMkLst>
        </pc:picChg>
      </pc:sldChg>
      <pc:sldChg chg="addSp delSp modSp new mod ord">
        <pc:chgData name="Kawasaki, Hiroyuki/河崎 広幸" userId="d5fa0020-22a1-4965-8850-a9695e071be4" providerId="ADAL" clId="{D421CF72-F07B-4146-A798-EEF8AEE0C6DF}" dt="2025-06-24T00:59:38.648" v="4416" actId="207"/>
        <pc:sldMkLst>
          <pc:docMk/>
          <pc:sldMk cId="2089803618" sldId="2586"/>
        </pc:sldMkLst>
        <pc:spChg chg="add mod">
          <ac:chgData name="Kawasaki, Hiroyuki/河崎 広幸" userId="d5fa0020-22a1-4965-8850-a9695e071be4" providerId="ADAL" clId="{D421CF72-F07B-4146-A798-EEF8AEE0C6DF}" dt="2025-06-24T00:59:38.648" v="4416" actId="207"/>
          <ac:spMkLst>
            <pc:docMk/>
            <pc:sldMk cId="2089803618" sldId="2586"/>
            <ac:spMk id="5" creationId="{60E2A597-5DBE-E23D-30FD-8BFE5E547F38}"/>
          </ac:spMkLst>
        </pc:spChg>
      </pc:sldChg>
      <pc:sldChg chg="add del">
        <pc:chgData name="Kawasaki, Hiroyuki/河崎 広幸" userId="d5fa0020-22a1-4965-8850-a9695e071be4" providerId="ADAL" clId="{D421CF72-F07B-4146-A798-EEF8AEE0C6DF}" dt="2025-05-27T05:09:11.974" v="338" actId="2696"/>
        <pc:sldMkLst>
          <pc:docMk/>
          <pc:sldMk cId="3753984020" sldId="2586"/>
        </pc:sldMkLst>
      </pc:sldChg>
      <pc:sldChg chg="modSp del mod ord">
        <pc:chgData name="Kawasaki, Hiroyuki/河崎 広幸" userId="d5fa0020-22a1-4965-8850-a9695e071be4" providerId="ADAL" clId="{D421CF72-F07B-4146-A798-EEF8AEE0C6DF}" dt="2025-05-27T02:37:43.260" v="304" actId="2696"/>
        <pc:sldMkLst>
          <pc:docMk/>
          <pc:sldMk cId="2509977643" sldId="2587"/>
        </pc:sldMkLst>
      </pc:sldChg>
      <pc:sldChg chg="addSp delSp modSp add mod modNotesTx">
        <pc:chgData name="Kawasaki, Hiroyuki/河崎 広幸" userId="d5fa0020-22a1-4965-8850-a9695e071be4" providerId="ADAL" clId="{D421CF72-F07B-4146-A798-EEF8AEE0C6DF}" dt="2025-06-24T04:45:42.263" v="4954" actId="1076"/>
        <pc:sldMkLst>
          <pc:docMk/>
          <pc:sldMk cId="3208243037" sldId="2587"/>
        </pc:sldMkLst>
        <pc:spChg chg="mod">
          <ac:chgData name="Kawasaki, Hiroyuki/河崎 広幸" userId="d5fa0020-22a1-4965-8850-a9695e071be4" providerId="ADAL" clId="{D421CF72-F07B-4146-A798-EEF8AEE0C6DF}" dt="2025-06-23T23:45:14.760" v="3751" actId="1076"/>
          <ac:spMkLst>
            <pc:docMk/>
            <pc:sldMk cId="3208243037" sldId="2587"/>
            <ac:spMk id="2" creationId="{F06B8134-0747-B62B-8C47-10F88DFBBC62}"/>
          </ac:spMkLst>
        </pc:spChg>
        <pc:spChg chg="add mod">
          <ac:chgData name="Kawasaki, Hiroyuki/河崎 広幸" userId="d5fa0020-22a1-4965-8850-a9695e071be4" providerId="ADAL" clId="{D421CF72-F07B-4146-A798-EEF8AEE0C6DF}" dt="2025-06-24T04:45:42.263" v="4954" actId="1076"/>
          <ac:spMkLst>
            <pc:docMk/>
            <pc:sldMk cId="3208243037" sldId="2587"/>
            <ac:spMk id="4" creationId="{49E83065-4EC1-6F7D-5573-A5368AEF45B7}"/>
          </ac:spMkLst>
        </pc:spChg>
        <pc:spChg chg="mod">
          <ac:chgData name="Kawasaki, Hiroyuki/河崎 広幸" userId="d5fa0020-22a1-4965-8850-a9695e071be4" providerId="ADAL" clId="{D421CF72-F07B-4146-A798-EEF8AEE0C6DF}" dt="2025-06-24T04:45:37.928" v="4953" actId="1076"/>
          <ac:spMkLst>
            <pc:docMk/>
            <pc:sldMk cId="3208243037" sldId="2587"/>
            <ac:spMk id="7" creationId="{1C1A9FB3-9C0C-DF0E-8F5B-1627B74FCBDA}"/>
          </ac:spMkLst>
        </pc:spChg>
        <pc:spChg chg="mod">
          <ac:chgData name="Kawasaki, Hiroyuki/河崎 広幸" userId="d5fa0020-22a1-4965-8850-a9695e071be4" providerId="ADAL" clId="{D421CF72-F07B-4146-A798-EEF8AEE0C6DF}" dt="2025-06-24T04:45:37.928" v="4953" actId="1076"/>
          <ac:spMkLst>
            <pc:docMk/>
            <pc:sldMk cId="3208243037" sldId="2587"/>
            <ac:spMk id="10" creationId="{4B5083B0-474E-3544-88FA-A6F12A5286AA}"/>
          </ac:spMkLst>
        </pc:spChg>
        <pc:spChg chg="mod">
          <ac:chgData name="Kawasaki, Hiroyuki/河崎 広幸" userId="d5fa0020-22a1-4965-8850-a9695e071be4" providerId="ADAL" clId="{D421CF72-F07B-4146-A798-EEF8AEE0C6DF}" dt="2025-06-24T04:45:37.928" v="4953" actId="1076"/>
          <ac:spMkLst>
            <pc:docMk/>
            <pc:sldMk cId="3208243037" sldId="2587"/>
            <ac:spMk id="11" creationId="{ABB2C43D-0C17-DE52-2CF3-720550E51513}"/>
          </ac:spMkLst>
        </pc:spChg>
      </pc:sldChg>
      <pc:sldChg chg="addSp delSp modSp add del mod">
        <pc:chgData name="Kawasaki, Hiroyuki/河崎 広幸" userId="d5fa0020-22a1-4965-8850-a9695e071be4" providerId="ADAL" clId="{D421CF72-F07B-4146-A798-EEF8AEE0C6DF}" dt="2025-06-13T01:16:35.737" v="857" actId="2696"/>
        <pc:sldMkLst>
          <pc:docMk/>
          <pc:sldMk cId="3567735058" sldId="2587"/>
        </pc:sldMkLst>
      </pc:sldChg>
      <pc:sldChg chg="add del">
        <pc:chgData name="Kawasaki, Hiroyuki/河崎 広幸" userId="d5fa0020-22a1-4965-8850-a9695e071be4" providerId="ADAL" clId="{D421CF72-F07B-4146-A798-EEF8AEE0C6DF}" dt="2025-05-27T05:09:11.974" v="338" actId="2696"/>
        <pc:sldMkLst>
          <pc:docMk/>
          <pc:sldMk cId="345113277" sldId="2588"/>
        </pc:sldMkLst>
      </pc:sldChg>
      <pc:sldChg chg="add ord">
        <pc:chgData name="Kawasaki, Hiroyuki/河崎 広幸" userId="d5fa0020-22a1-4965-8850-a9695e071be4" providerId="ADAL" clId="{D421CF72-F07B-4146-A798-EEF8AEE0C6DF}" dt="2025-06-23T02:23:07.799" v="1018"/>
        <pc:sldMkLst>
          <pc:docMk/>
          <pc:sldMk cId="1630354224" sldId="2588"/>
        </pc:sldMkLst>
      </pc:sldChg>
      <pc:sldChg chg="delSp modSp new mod">
        <pc:chgData name="Kawasaki, Hiroyuki/河崎 広幸" userId="d5fa0020-22a1-4965-8850-a9695e071be4" providerId="ADAL" clId="{D421CF72-F07B-4146-A798-EEF8AEE0C6DF}" dt="2025-06-24T00:31:23.053" v="4284" actId="1076"/>
        <pc:sldMkLst>
          <pc:docMk/>
          <pc:sldMk cId="665945650" sldId="2589"/>
        </pc:sldMkLst>
        <pc:spChg chg="mod">
          <ac:chgData name="Kawasaki, Hiroyuki/河崎 広幸" userId="d5fa0020-22a1-4965-8850-a9695e071be4" providerId="ADAL" clId="{D421CF72-F07B-4146-A798-EEF8AEE0C6DF}" dt="2025-06-24T00:31:23.053" v="4284" actId="1076"/>
          <ac:spMkLst>
            <pc:docMk/>
            <pc:sldMk cId="665945650" sldId="2589"/>
            <ac:spMk id="2" creationId="{6D717292-F357-ADE9-883C-CE232DEA6108}"/>
          </ac:spMkLst>
        </pc:spChg>
      </pc:sldChg>
      <pc:sldChg chg="add del">
        <pc:chgData name="Kawasaki, Hiroyuki/河崎 広幸" userId="d5fa0020-22a1-4965-8850-a9695e071be4" providerId="ADAL" clId="{D421CF72-F07B-4146-A798-EEF8AEE0C6DF}" dt="2025-05-27T05:09:11.974" v="338" actId="2696"/>
        <pc:sldMkLst>
          <pc:docMk/>
          <pc:sldMk cId="1921992166" sldId="2589"/>
        </pc:sldMkLst>
      </pc:sldChg>
      <pc:sldChg chg="addSp delSp modSp add mod ord modNotesTx">
        <pc:chgData name="Kawasaki, Hiroyuki/河崎 広幸" userId="d5fa0020-22a1-4965-8850-a9695e071be4" providerId="ADAL" clId="{D421CF72-F07B-4146-A798-EEF8AEE0C6DF}" dt="2025-06-24T00:02:48.962" v="4120" actId="20577"/>
        <pc:sldMkLst>
          <pc:docMk/>
          <pc:sldMk cId="2650198839" sldId="2590"/>
        </pc:sldMkLst>
        <pc:spChg chg="add mod">
          <ac:chgData name="Kawasaki, Hiroyuki/河崎 広幸" userId="d5fa0020-22a1-4965-8850-a9695e071be4" providerId="ADAL" clId="{D421CF72-F07B-4146-A798-EEF8AEE0C6DF}" dt="2025-06-23T23:48:23.485" v="3822" actId="208"/>
          <ac:spMkLst>
            <pc:docMk/>
            <pc:sldMk cId="2650198839" sldId="2590"/>
            <ac:spMk id="9" creationId="{542624FA-EA9A-CE62-DEC2-9D214EB4F41A}"/>
          </ac:spMkLst>
        </pc:spChg>
        <pc:spChg chg="mod">
          <ac:chgData name="Kawasaki, Hiroyuki/河崎 広幸" userId="d5fa0020-22a1-4965-8850-a9695e071be4" providerId="ADAL" clId="{D421CF72-F07B-4146-A798-EEF8AEE0C6DF}" dt="2025-06-23T23:35:13.790" v="3640" actId="1076"/>
          <ac:spMkLst>
            <pc:docMk/>
            <pc:sldMk cId="2650198839" sldId="2590"/>
            <ac:spMk id="12" creationId="{E5D5FE12-7F1A-72AE-29BF-F05FE2BBB34D}"/>
          </ac:spMkLst>
        </pc:spChg>
        <pc:spChg chg="add mod">
          <ac:chgData name="Kawasaki, Hiroyuki/河崎 広幸" userId="d5fa0020-22a1-4965-8850-a9695e071be4" providerId="ADAL" clId="{D421CF72-F07B-4146-A798-EEF8AEE0C6DF}" dt="2025-06-23T23:47:46.041" v="3816" actId="1076"/>
          <ac:spMkLst>
            <pc:docMk/>
            <pc:sldMk cId="2650198839" sldId="2590"/>
            <ac:spMk id="13" creationId="{A34C91B3-629C-4F29-6224-94EDD61725AA}"/>
          </ac:spMkLst>
        </pc:spChg>
        <pc:spChg chg="add mod">
          <ac:chgData name="Kawasaki, Hiroyuki/河崎 広幸" userId="d5fa0020-22a1-4965-8850-a9695e071be4" providerId="ADAL" clId="{D421CF72-F07B-4146-A798-EEF8AEE0C6DF}" dt="2025-06-23T23:36:08.495" v="3679" actId="14100"/>
          <ac:spMkLst>
            <pc:docMk/>
            <pc:sldMk cId="2650198839" sldId="2590"/>
            <ac:spMk id="16" creationId="{4E3A0DB2-42B7-6458-4E73-093590CDA5B1}"/>
          </ac:spMkLst>
        </pc:spChg>
        <pc:spChg chg="add mod">
          <ac:chgData name="Kawasaki, Hiroyuki/河崎 広幸" userId="d5fa0020-22a1-4965-8850-a9695e071be4" providerId="ADAL" clId="{D421CF72-F07B-4146-A798-EEF8AEE0C6DF}" dt="2025-06-23T23:48:55.165" v="3828" actId="207"/>
          <ac:spMkLst>
            <pc:docMk/>
            <pc:sldMk cId="2650198839" sldId="2590"/>
            <ac:spMk id="20" creationId="{3DB3DCEF-6ADF-3867-CFA9-9FB7D526B2AC}"/>
          </ac:spMkLst>
        </pc:spChg>
        <pc:spChg chg="add mod">
          <ac:chgData name="Kawasaki, Hiroyuki/河崎 広幸" userId="d5fa0020-22a1-4965-8850-a9695e071be4" providerId="ADAL" clId="{D421CF72-F07B-4146-A798-EEF8AEE0C6DF}" dt="2025-06-23T23:48:59.561" v="3829" actId="207"/>
          <ac:spMkLst>
            <pc:docMk/>
            <pc:sldMk cId="2650198839" sldId="2590"/>
            <ac:spMk id="21" creationId="{6C449987-CE16-6EA8-3859-21634A75973C}"/>
          </ac:spMkLst>
        </pc:spChg>
        <pc:picChg chg="add mod">
          <ac:chgData name="Kawasaki, Hiroyuki/河崎 広幸" userId="d5fa0020-22a1-4965-8850-a9695e071be4" providerId="ADAL" clId="{D421CF72-F07B-4146-A798-EEF8AEE0C6DF}" dt="2025-06-23T23:47:37.753" v="3813" actId="1076"/>
          <ac:picMkLst>
            <pc:docMk/>
            <pc:sldMk cId="2650198839" sldId="2590"/>
            <ac:picMk id="6" creationId="{DA907408-35A9-351A-8DA5-6FDC5FB57DAB}"/>
          </ac:picMkLst>
        </pc:picChg>
        <pc:picChg chg="add mod">
          <ac:chgData name="Kawasaki, Hiroyuki/河崎 広幸" userId="d5fa0020-22a1-4965-8850-a9695e071be4" providerId="ADAL" clId="{D421CF72-F07B-4146-A798-EEF8AEE0C6DF}" dt="2025-06-23T23:47:30.470" v="3811" actId="1076"/>
          <ac:picMkLst>
            <pc:docMk/>
            <pc:sldMk cId="2650198839" sldId="2590"/>
            <ac:picMk id="8" creationId="{E4F58D0B-169D-FC9B-B48C-ECA2CD1732A7}"/>
          </ac:picMkLst>
        </pc:picChg>
        <pc:picChg chg="add mod ord">
          <ac:chgData name="Kawasaki, Hiroyuki/河崎 広幸" userId="d5fa0020-22a1-4965-8850-a9695e071be4" providerId="ADAL" clId="{D421CF72-F07B-4146-A798-EEF8AEE0C6DF}" dt="2025-06-23T23:48:29.092" v="3823" actId="14100"/>
          <ac:picMkLst>
            <pc:docMk/>
            <pc:sldMk cId="2650198839" sldId="2590"/>
            <ac:picMk id="19" creationId="{C876158E-8AC5-DE37-D2D2-54C2AFD13391}"/>
          </ac:picMkLst>
        </pc:picChg>
      </pc:sldChg>
      <pc:sldChg chg="new add del">
        <pc:chgData name="Kawasaki, Hiroyuki/河崎 広幸" userId="d5fa0020-22a1-4965-8850-a9695e071be4" providerId="ADAL" clId="{D421CF72-F07B-4146-A798-EEF8AEE0C6DF}" dt="2025-06-23T23:34:21.089" v="3616" actId="680"/>
        <pc:sldMkLst>
          <pc:docMk/>
          <pc:sldMk cId="3089942489" sldId="2590"/>
        </pc:sldMkLst>
      </pc:sldChg>
      <pc:sldChg chg="addSp delSp modSp add mod modNotesTx">
        <pc:chgData name="Kawasaki, Hiroyuki/河崎 広幸" userId="d5fa0020-22a1-4965-8850-a9695e071be4" providerId="ADAL" clId="{D421CF72-F07B-4146-A798-EEF8AEE0C6DF}" dt="2025-06-24T04:36:41.384" v="4877" actId="20577"/>
        <pc:sldMkLst>
          <pc:docMk/>
          <pc:sldMk cId="3674005664" sldId="2591"/>
        </pc:sldMkLst>
        <pc:spChg chg="add mod">
          <ac:chgData name="Kawasaki, Hiroyuki/河崎 広幸" userId="d5fa0020-22a1-4965-8850-a9695e071be4" providerId="ADAL" clId="{D421CF72-F07B-4146-A798-EEF8AEE0C6DF}" dt="2025-06-23T23:53:30.395" v="3911" actId="1076"/>
          <ac:spMkLst>
            <pc:docMk/>
            <pc:sldMk cId="3674005664" sldId="2591"/>
            <ac:spMk id="3" creationId="{76628105-0858-DA36-202D-9F8D3CCB166F}"/>
          </ac:spMkLst>
        </pc:spChg>
        <pc:spChg chg="mod">
          <ac:chgData name="Kawasaki, Hiroyuki/河崎 広幸" userId="d5fa0020-22a1-4965-8850-a9695e071be4" providerId="ADAL" clId="{D421CF72-F07B-4146-A798-EEF8AEE0C6DF}" dt="2025-06-23T23:53:27.554" v="3902" actId="1076"/>
          <ac:spMkLst>
            <pc:docMk/>
            <pc:sldMk cId="3674005664" sldId="2591"/>
            <ac:spMk id="16" creationId="{4E3A0DB2-42B7-6458-4E73-093590CDA5B1}"/>
          </ac:spMkLst>
        </pc:spChg>
        <pc:picChg chg="add mod">
          <ac:chgData name="Kawasaki, Hiroyuki/河崎 広幸" userId="d5fa0020-22a1-4965-8850-a9695e071be4" providerId="ADAL" clId="{D421CF72-F07B-4146-A798-EEF8AEE0C6DF}" dt="2025-06-24T00:19:20.825" v="4231" actId="14100"/>
          <ac:picMkLst>
            <pc:docMk/>
            <pc:sldMk cId="3674005664" sldId="2591"/>
            <ac:picMk id="2" creationId="{31080B2A-3FAB-E900-94BD-9259CF32668C}"/>
          </ac:picMkLst>
        </pc:picChg>
        <pc:picChg chg="add mod">
          <ac:chgData name="Kawasaki, Hiroyuki/河崎 広幸" userId="d5fa0020-22a1-4965-8850-a9695e071be4" providerId="ADAL" clId="{D421CF72-F07B-4146-A798-EEF8AEE0C6DF}" dt="2025-06-23T23:53:30.912" v="3912" actId="1076"/>
          <ac:picMkLst>
            <pc:docMk/>
            <pc:sldMk cId="3674005664" sldId="2591"/>
            <ac:picMk id="64" creationId="{A2975400-8FFE-C3E6-AA8A-DA1EB8C70BB1}"/>
          </ac:picMkLst>
        </pc:picChg>
      </pc:sldChg>
    </pc:docChg>
  </pc:docChgLst>
  <pc:docChgLst>
    <pc:chgData name="Kawasaki, Hiroyuki/河崎 広幸" userId="d5fa0020-22a1-4965-8850-a9695e071be4" providerId="ADAL" clId="{A7C0103D-C3C0-49C5-B42A-F6AE836C97CC}"/>
    <pc:docChg chg="undo custSel delSld modSld modSection">
      <pc:chgData name="Kawasaki, Hiroyuki/河崎 広幸" userId="d5fa0020-22a1-4965-8850-a9695e071be4" providerId="ADAL" clId="{A7C0103D-C3C0-49C5-B42A-F6AE836C97CC}" dt="2025-07-23T16:14:17.698" v="4" actId="2696"/>
      <pc:docMkLst>
        <pc:docMk/>
      </pc:docMkLst>
      <pc:sldChg chg="delSp mod">
        <pc:chgData name="Kawasaki, Hiroyuki/河崎 広幸" userId="d5fa0020-22a1-4965-8850-a9695e071be4" providerId="ADAL" clId="{A7C0103D-C3C0-49C5-B42A-F6AE836C97CC}" dt="2025-07-23T16:13:48.349" v="3" actId="478"/>
        <pc:sldMkLst>
          <pc:docMk/>
          <pc:sldMk cId="4180523288" sldId="263"/>
        </pc:sldMkLst>
        <pc:spChg chg="del">
          <ac:chgData name="Kawasaki, Hiroyuki/河崎 広幸" userId="d5fa0020-22a1-4965-8850-a9695e071be4" providerId="ADAL" clId="{A7C0103D-C3C0-49C5-B42A-F6AE836C97CC}" dt="2025-07-23T16:13:46.611" v="2" actId="478"/>
          <ac:spMkLst>
            <pc:docMk/>
            <pc:sldMk cId="4180523288" sldId="263"/>
            <ac:spMk id="4" creationId="{2405905B-D046-4F63-9C40-6DA44F1C0B0B}"/>
          </ac:spMkLst>
        </pc:spChg>
        <pc:spChg chg="del">
          <ac:chgData name="Kawasaki, Hiroyuki/河崎 広幸" userId="d5fa0020-22a1-4965-8850-a9695e071be4" providerId="ADAL" clId="{A7C0103D-C3C0-49C5-B42A-F6AE836C97CC}" dt="2025-07-23T16:13:48.349" v="3" actId="478"/>
          <ac:spMkLst>
            <pc:docMk/>
            <pc:sldMk cId="4180523288" sldId="263"/>
            <ac:spMk id="19" creationId="{E649A635-B5E7-1337-6732-46E80E9A45BD}"/>
          </ac:spMkLst>
        </pc:spChg>
        <pc:spChg chg="del">
          <ac:chgData name="Kawasaki, Hiroyuki/河崎 広幸" userId="d5fa0020-22a1-4965-8850-a9695e071be4" providerId="ADAL" clId="{A7C0103D-C3C0-49C5-B42A-F6AE836C97CC}" dt="2025-07-23T16:13:46.611" v="2" actId="478"/>
          <ac:spMkLst>
            <pc:docMk/>
            <pc:sldMk cId="4180523288" sldId="263"/>
            <ac:spMk id="23" creationId="{7FD00ABB-A9AF-2392-68F0-653B5619FA99}"/>
          </ac:spMkLst>
        </pc:spChg>
        <pc:picChg chg="del">
          <ac:chgData name="Kawasaki, Hiroyuki/河崎 広幸" userId="d5fa0020-22a1-4965-8850-a9695e071be4" providerId="ADAL" clId="{A7C0103D-C3C0-49C5-B42A-F6AE836C97CC}" dt="2025-07-23T16:13:46.611" v="2" actId="478"/>
          <ac:picMkLst>
            <pc:docMk/>
            <pc:sldMk cId="4180523288" sldId="263"/>
            <ac:picMk id="9" creationId="{4A35E2A0-B84A-28E2-0E37-87843AEACD96}"/>
          </ac:picMkLst>
        </pc:picChg>
      </pc:sldChg>
      <pc:sldChg chg="modSp mod">
        <pc:chgData name="Kawasaki, Hiroyuki/河崎 広幸" userId="d5fa0020-22a1-4965-8850-a9695e071be4" providerId="ADAL" clId="{A7C0103D-C3C0-49C5-B42A-F6AE836C97CC}" dt="2025-07-23T16:13:41.355" v="1" actId="1076"/>
        <pc:sldMkLst>
          <pc:docMk/>
          <pc:sldMk cId="3119108130" sldId="2573"/>
        </pc:sldMkLst>
        <pc:spChg chg="mod">
          <ac:chgData name="Kawasaki, Hiroyuki/河崎 広幸" userId="d5fa0020-22a1-4965-8850-a9695e071be4" providerId="ADAL" clId="{A7C0103D-C3C0-49C5-B42A-F6AE836C97CC}" dt="2025-07-23T16:13:41.355" v="1" actId="1076"/>
          <ac:spMkLst>
            <pc:docMk/>
            <pc:sldMk cId="3119108130" sldId="2573"/>
            <ac:spMk id="33" creationId="{DB56BE3F-6F10-59E8-B7E4-75CD0F3582A2}"/>
          </ac:spMkLst>
        </pc:spChg>
      </pc:sldChg>
      <pc:sldChg chg="del">
        <pc:chgData name="Kawasaki, Hiroyuki/河崎 広幸" userId="d5fa0020-22a1-4965-8850-a9695e071be4" providerId="ADAL" clId="{A7C0103D-C3C0-49C5-B42A-F6AE836C97CC}" dt="2025-07-23T16:14:17.698" v="4" actId="2696"/>
        <pc:sldMkLst>
          <pc:docMk/>
          <pc:sldMk cId="1630354224" sldId="258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E74C62-8AA7-42A7-9CED-2C57BADDE69B}" type="datetimeFigureOut">
              <a:t>2026/1/20</a:t>
            </a:fld>
            <a:endParaRPr kumimoji="1"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/>
              <a:t>Click to edit Master text styles</a:t>
            </a:r>
          </a:p>
          <a:p>
            <a:pPr lvl="1"/>
            <a:r>
              <a:rPr kumimoji="1" lang="en-US"/>
              <a:t>Second level</a:t>
            </a:r>
          </a:p>
          <a:p>
            <a:pPr lvl="2"/>
            <a:r>
              <a:rPr kumimoji="1" lang="en-US"/>
              <a:t>Third level</a:t>
            </a:r>
          </a:p>
          <a:p>
            <a:pPr lvl="3"/>
            <a:r>
              <a:rPr kumimoji="1" lang="en-US"/>
              <a:t>Fourth level</a:t>
            </a:r>
          </a:p>
          <a:p>
            <a:pPr lvl="4"/>
            <a:r>
              <a:rPr kumimoji="1"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E90F9-3EF6-45CD-AAF9-718FD7C99ABC}" type="slidenum">
              <a:t>‹#›</a:t>
            </a:fld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4025056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49B0D-4058-4537-A25A-5B2E1C924F75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043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49B0D-4058-4537-A25A-5B2E1C924F75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432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ja-JP" altLang="en-US" b="0" i="0" dirty="0">
              <a:solidFill>
                <a:srgbClr val="424242"/>
              </a:solidFill>
              <a:effectLst/>
              <a:latin typeface="Segoe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49B0D-4058-4537-A25A-5B2E1C924F75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170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ja-JP" altLang="en-US" b="0" i="0" dirty="0">
              <a:solidFill>
                <a:srgbClr val="424242"/>
              </a:solidFill>
              <a:effectLst/>
              <a:latin typeface="Segoe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49B0D-4058-4537-A25A-5B2E1C924F75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005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14328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00104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37400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89043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93332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20012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85888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70908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69419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86509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81997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29742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0362470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98368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62100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06073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376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07" r:id="rId4"/>
    <p:sldLayoutId id="2147483908" r:id="rId5"/>
    <p:sldLayoutId id="2147483909" r:id="rId6"/>
    <p:sldLayoutId id="2147483910" r:id="rId7"/>
    <p:sldLayoutId id="2147483911" r:id="rId8"/>
    <p:sldLayoutId id="2147483912" r:id="rId9"/>
    <p:sldLayoutId id="2147483913" r:id="rId10"/>
    <p:sldLayoutId id="2147483914" r:id="rId11"/>
    <p:sldLayoutId id="2147483915" r:id="rId12"/>
    <p:sldLayoutId id="2147483916" r:id="rId13"/>
    <p:sldLayoutId id="2147483917" r:id="rId14"/>
    <p:sldLayoutId id="2147483918" r:id="rId15"/>
    <p:sldLayoutId id="2147483919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kumimoji="1"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901F297-00DC-F64D-8060-F182245D4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932" y="1682006"/>
            <a:ext cx="7932351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 b="1" dirty="0">
                <a:solidFill>
                  <a:schemeClr val="accent2"/>
                </a:solidFill>
              </a:rPr>
              <a:t>最終成果発表</a:t>
            </a:r>
            <a:br>
              <a:rPr lang="en-US" altLang="ja-JP" b="1" dirty="0">
                <a:solidFill>
                  <a:schemeClr val="accent2"/>
                </a:solidFill>
              </a:rPr>
            </a:b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D22C02-3312-C7CE-E136-43BE9620B199}"/>
              </a:ext>
            </a:extLst>
          </p:cNvPr>
          <p:cNvSpPr>
            <a:spLocks noGrp="1"/>
          </p:cNvSpPr>
          <p:nvPr>
            <p:ph sz="half"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1044204" y="4872245"/>
            <a:ext cx="6697715" cy="1004871"/>
          </a:xfrm>
        </p:spPr>
        <p:txBody>
          <a:bodyPr vert="horz" lIns="0" tIns="45720" rIns="0" bIns="45720" rtlCol="0">
            <a:normAutofit/>
          </a:bodyPr>
          <a:lstStyle/>
          <a:p>
            <a:pPr marL="0" indent="0">
              <a:buFont typeface="Calibri" panose="020F0502020204030204" pitchFamily="34" charset="0"/>
              <a:buNone/>
            </a:pPr>
            <a:r>
              <a:rPr lang="ja-JP" altLang="en-US" sz="2000" dirty="0">
                <a:solidFill>
                  <a:schemeClr val="tx1"/>
                </a:solidFill>
              </a:rPr>
              <a:t>田原工場　統括部</a:t>
            </a:r>
            <a:endParaRPr lang="en-US" altLang="ja-JP" sz="2000" dirty="0">
              <a:solidFill>
                <a:schemeClr val="tx1"/>
              </a:solidFill>
            </a:endParaRPr>
          </a:p>
          <a:p>
            <a:pPr marL="0" indent="0">
              <a:buFont typeface="Calibri" panose="020F0502020204030204" pitchFamily="34" charset="0"/>
              <a:buNone/>
            </a:pPr>
            <a:r>
              <a:rPr lang="ja-JP" altLang="en-US" sz="2000" dirty="0">
                <a:solidFill>
                  <a:schemeClr val="tx1"/>
                </a:solidFill>
              </a:rPr>
              <a:t>河崎 広幸</a:t>
            </a:r>
            <a:endParaRPr lang="en-US" altLang="ja-JP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335313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8742721-1D08-55C2-202D-435D499E584D}"/>
              </a:ext>
            </a:extLst>
          </p:cNvPr>
          <p:cNvSpPr>
            <a:spLocks noGrp="1"/>
          </p:cNvSpPr>
          <p:nvPr/>
        </p:nvSpPr>
        <p:spPr>
          <a:xfrm>
            <a:off x="139850" y="269477"/>
            <a:ext cx="11305530" cy="7902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3200" dirty="0">
                <a:solidFill>
                  <a:schemeClr val="accent2"/>
                </a:solidFill>
              </a:rPr>
              <a:t>【</a:t>
            </a:r>
            <a:r>
              <a:rPr lang="ja-JP" altLang="en-US" sz="3200" dirty="0">
                <a:solidFill>
                  <a:schemeClr val="accent2"/>
                </a:solidFill>
              </a:rPr>
              <a:t>テーマ</a:t>
            </a:r>
            <a:r>
              <a:rPr lang="en-US" altLang="ja-JP" sz="3200" dirty="0">
                <a:solidFill>
                  <a:schemeClr val="accent2"/>
                </a:solidFill>
              </a:rPr>
              <a:t>】</a:t>
            </a:r>
            <a:r>
              <a:rPr lang="ja-JP" altLang="en-US" sz="3600" dirty="0">
                <a:solidFill>
                  <a:schemeClr val="accent2"/>
                </a:solidFill>
              </a:rPr>
              <a:t>仕事量見える化で人員効率アップ</a:t>
            </a:r>
            <a:endParaRPr lang="ja-JP" altLang="en-US" sz="3600" b="0" dirty="0">
              <a:solidFill>
                <a:schemeClr val="accent2"/>
              </a:solidFill>
            </a:endParaRP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AEAD917D-923A-DFE3-C76C-FDBF25E1F032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1032307" y="1175292"/>
            <a:ext cx="10741572" cy="56038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Font typeface="Wingdings 3" charset="2"/>
              <a:buNone/>
            </a:pPr>
            <a:r>
              <a:rPr lang="ja-JP" altLang="en-US" sz="3200" b="1" u="sng" dirty="0">
                <a:solidFill>
                  <a:schemeClr val="tx1"/>
                </a:solidFill>
              </a:rPr>
              <a:t>背景</a:t>
            </a:r>
            <a:endParaRPr lang="en-US" altLang="ja-JP" sz="3200" b="1" u="sng" dirty="0">
              <a:solidFill>
                <a:schemeClr val="tx1"/>
              </a:solidFill>
            </a:endParaRPr>
          </a:p>
          <a:p>
            <a:pPr marL="0" indent="0">
              <a:spcBef>
                <a:spcPts val="2500"/>
              </a:spcBef>
              <a:buFont typeface="Wingdings 3" charset="2"/>
              <a:buNone/>
            </a:pPr>
            <a:endParaRPr lang="en-US" altLang="ja-JP" sz="1200" b="1" u="sng" dirty="0">
              <a:solidFill>
                <a:schemeClr val="tx1"/>
              </a:solidFill>
            </a:endParaRPr>
          </a:p>
          <a:p>
            <a:r>
              <a:rPr lang="ja-JP" altLang="en-US" sz="2000" b="1" dirty="0"/>
              <a:t>プレス品集荷発送業務を主に行っている</a:t>
            </a:r>
            <a:endParaRPr lang="en-US" altLang="ja-JP" sz="2000" b="1" dirty="0"/>
          </a:p>
          <a:p>
            <a:endParaRPr lang="en-US" altLang="ja-JP" sz="2000" b="1" dirty="0"/>
          </a:p>
          <a:p>
            <a:r>
              <a:rPr lang="ja-JP" altLang="en-US" sz="2000" b="1" dirty="0"/>
              <a:t>発注量が日々変動するため、</a:t>
            </a:r>
            <a:r>
              <a:rPr lang="en-US" altLang="ja-JP" sz="2000" b="1" dirty="0"/>
              <a:t>1</a:t>
            </a:r>
            <a:r>
              <a:rPr lang="ja-JP" altLang="en-US" sz="2000" b="1" dirty="0"/>
              <a:t>日の仕事量が事前に見えにくい</a:t>
            </a:r>
            <a:endParaRPr lang="en-US" altLang="ja-JP" sz="2000" b="1" dirty="0"/>
          </a:p>
          <a:p>
            <a:pPr marL="0" indent="0">
              <a:buNone/>
            </a:pPr>
            <a:r>
              <a:rPr lang="ja-JP" altLang="en-US" sz="2000" b="1" dirty="0"/>
              <a:t>     ⇒瞬間的に業務量が増えるタイミングを予測できない</a:t>
            </a:r>
            <a:endParaRPr lang="en-US" altLang="ja-JP" sz="2000" b="1" dirty="0"/>
          </a:p>
          <a:p>
            <a:pPr marL="0" indent="0">
              <a:buNone/>
            </a:pPr>
            <a:endParaRPr lang="ja-JP" altLang="en-US" sz="2000" b="1" dirty="0"/>
          </a:p>
          <a:p>
            <a:r>
              <a:rPr lang="ja-JP" altLang="en-US" sz="2000" b="1" dirty="0"/>
              <a:t>突発的に多忙な時間帯が発生しており、 毎回リリーフを要請して対応</a:t>
            </a:r>
            <a:endParaRPr lang="en-US" altLang="ja-JP" sz="2000" b="1" dirty="0"/>
          </a:p>
          <a:p>
            <a:pPr marL="0" indent="0">
              <a:buNone/>
            </a:pPr>
            <a:r>
              <a:rPr lang="ja-JP" altLang="en-US" sz="2000" b="1" dirty="0"/>
              <a:t>     ⇒仕事量を見て、前もって動ければ改善可能</a:t>
            </a:r>
            <a:endParaRPr lang="en-US" altLang="ja-JP" sz="2000" b="1" dirty="0"/>
          </a:p>
          <a:p>
            <a:pPr marL="0" indent="0">
              <a:buNone/>
            </a:pPr>
            <a:endParaRPr lang="ja-JP" altLang="en-US" sz="2000" b="1" dirty="0"/>
          </a:p>
          <a:p>
            <a:r>
              <a:rPr lang="ja-JP" altLang="en-US" sz="2000" b="1" dirty="0"/>
              <a:t>常時人員の余裕を持たせられず、効率が低下</a:t>
            </a:r>
            <a:endParaRPr lang="en-US" altLang="ja-JP" sz="2000" b="1" dirty="0"/>
          </a:p>
          <a:p>
            <a:pPr marL="0" indent="0">
              <a:buNone/>
            </a:pPr>
            <a:r>
              <a:rPr lang="ja-JP" altLang="en-US" sz="2000" b="1" dirty="0"/>
              <a:t>     ⇒リリーフ要因が常に待機している</a:t>
            </a:r>
          </a:p>
          <a:p>
            <a:endParaRPr lang="en-US" altLang="ja-JP" sz="2000" b="1" dirty="0"/>
          </a:p>
        </p:txBody>
      </p:sp>
    </p:spTree>
    <p:extLst>
      <p:ext uri="{BB962C8B-B14F-4D97-AF65-F5344CB8AC3E}">
        <p14:creationId xmlns:p14="http://schemas.microsoft.com/office/powerpoint/2010/main" val="238112074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2F6E2E-CD37-EA2D-FD1F-D7AA15CE412F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1207849" y="1607954"/>
            <a:ext cx="8757786" cy="4329019"/>
          </a:xfrm>
        </p:spPr>
        <p:txBody>
          <a:bodyPr>
            <a:no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ja-JP" altLang="en-US" sz="3200" b="1" u="sng" dirty="0">
                <a:solidFill>
                  <a:schemeClr val="tx1"/>
                </a:solidFill>
              </a:rPr>
              <a:t>目標</a:t>
            </a:r>
            <a:endParaRPr lang="en-US" altLang="ja-JP" sz="3200" b="1" u="sng" dirty="0">
              <a:solidFill>
                <a:schemeClr val="tx1"/>
              </a:solidFill>
            </a:endParaRPr>
          </a:p>
          <a:p>
            <a:pPr marL="0" indent="0">
              <a:spcBef>
                <a:spcPts val="2500"/>
              </a:spcBef>
              <a:buNone/>
            </a:pPr>
            <a:endParaRPr lang="en-US" altLang="ja-JP" sz="1400" b="1" u="sng" dirty="0">
              <a:solidFill>
                <a:schemeClr val="tx1"/>
              </a:solidFill>
            </a:endParaRPr>
          </a:p>
          <a:p>
            <a:r>
              <a:rPr lang="ja-JP" altLang="en-US" sz="2000" b="1" dirty="0"/>
              <a:t>出荷データから納入先・各便ごとの仕事量を可視化</a:t>
            </a:r>
            <a:endParaRPr lang="en-US" altLang="ja-JP" sz="2000" b="1" dirty="0"/>
          </a:p>
          <a:p>
            <a:endParaRPr lang="ja-JP" altLang="en-US" sz="2000" b="1" dirty="0"/>
          </a:p>
          <a:p>
            <a:r>
              <a:rPr lang="ja-JP" altLang="en-US" sz="2000" b="1" dirty="0"/>
              <a:t>出荷量が多く忙しいタイミングがわかる仕組みを作る</a:t>
            </a:r>
            <a:endParaRPr lang="en-US" altLang="ja-JP" sz="2000" b="1" dirty="0"/>
          </a:p>
          <a:p>
            <a:endParaRPr lang="ja-JP" altLang="en-US" sz="2000" b="1" dirty="0"/>
          </a:p>
          <a:p>
            <a:r>
              <a:rPr lang="ja-JP" altLang="en-US" sz="2000" b="1" dirty="0"/>
              <a:t>人員配置を事前に調整 → リリーフによる突発対応を削減したい</a:t>
            </a:r>
            <a:endParaRPr lang="en-US" altLang="ja-JP" sz="2000" b="1" dirty="0"/>
          </a:p>
          <a:p>
            <a:endParaRPr lang="en-US" altLang="ja-JP" sz="2000" b="1" dirty="0"/>
          </a:p>
          <a:p>
            <a:endParaRPr lang="ja-JP" altLang="en-US" sz="2000" b="1" dirty="0"/>
          </a:p>
          <a:p>
            <a:pPr marL="0" indent="0">
              <a:spcBef>
                <a:spcPts val="2500"/>
              </a:spcBef>
              <a:buNone/>
            </a:pPr>
            <a:endParaRPr lang="en-US" altLang="ja-JP" sz="3600" b="1" u="sng" dirty="0">
              <a:solidFill>
                <a:schemeClr val="tx1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5443340-1008-4071-F76C-18FED50BE982}"/>
              </a:ext>
            </a:extLst>
          </p:cNvPr>
          <p:cNvSpPr>
            <a:spLocks noGrp="1"/>
          </p:cNvSpPr>
          <p:nvPr/>
        </p:nvSpPr>
        <p:spPr>
          <a:xfrm>
            <a:off x="698709" y="341524"/>
            <a:ext cx="11305530" cy="7902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ja-JP" altLang="en-US" sz="3600" dirty="0">
                <a:solidFill>
                  <a:schemeClr val="accent2"/>
                </a:solidFill>
              </a:rPr>
              <a:t>やりたいこと</a:t>
            </a:r>
          </a:p>
        </p:txBody>
      </p:sp>
    </p:spTree>
    <p:extLst>
      <p:ext uri="{BB962C8B-B14F-4D97-AF65-F5344CB8AC3E}">
        <p14:creationId xmlns:p14="http://schemas.microsoft.com/office/powerpoint/2010/main" val="311910813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2F6E2E-CD37-EA2D-FD1F-D7AA15CE412F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896371" y="1706999"/>
            <a:ext cx="8757786" cy="1843026"/>
          </a:xfrm>
        </p:spPr>
        <p:txBody>
          <a:bodyPr>
            <a:no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ja-JP" altLang="en-US" sz="3200" b="1" u="sng" dirty="0">
                <a:solidFill>
                  <a:schemeClr val="tx1"/>
                </a:solidFill>
              </a:rPr>
              <a:t>感想</a:t>
            </a:r>
            <a:endParaRPr lang="en-US" altLang="ja-JP" sz="3200" b="1" u="sng" dirty="0">
              <a:solidFill>
                <a:schemeClr val="tx1"/>
              </a:solidFill>
            </a:endParaRPr>
          </a:p>
          <a:p>
            <a:r>
              <a:rPr lang="ja-JP" altLang="en-US" b="1" dirty="0"/>
              <a:t>データを可視化すると、想像以上に 仕事量の波がはっきり見えた</a:t>
            </a:r>
            <a:endParaRPr lang="en-US" altLang="ja-JP" b="1" dirty="0"/>
          </a:p>
          <a:p>
            <a:endParaRPr lang="ja-JP" altLang="en-US" b="1" dirty="0"/>
          </a:p>
          <a:p>
            <a:r>
              <a:rPr lang="ja-JP" altLang="en-US" b="1" dirty="0"/>
              <a:t>過去の経験や勘だけに頼らず、根拠を持った判断ができるようになった</a:t>
            </a:r>
            <a:endParaRPr lang="ja-JP" altLang="en-US" sz="2000" b="1" dirty="0"/>
          </a:p>
          <a:p>
            <a:pPr marL="0" indent="0">
              <a:spcBef>
                <a:spcPts val="2500"/>
              </a:spcBef>
              <a:buNone/>
            </a:pPr>
            <a:endParaRPr lang="en-US" altLang="ja-JP" sz="3600" b="1" u="sng" dirty="0">
              <a:solidFill>
                <a:schemeClr val="tx1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5443340-1008-4071-F76C-18FED50BE982}"/>
              </a:ext>
            </a:extLst>
          </p:cNvPr>
          <p:cNvSpPr>
            <a:spLocks noGrp="1"/>
          </p:cNvSpPr>
          <p:nvPr/>
        </p:nvSpPr>
        <p:spPr>
          <a:xfrm>
            <a:off x="614626" y="309993"/>
            <a:ext cx="11305530" cy="7902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ja-JP" altLang="en-US" sz="3600" dirty="0">
                <a:solidFill>
                  <a:schemeClr val="accent2"/>
                </a:solidFill>
              </a:rPr>
              <a:t>感想・今後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FF7BC48-3ED4-46AC-C245-C911F1877E65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896371" y="3944589"/>
            <a:ext cx="8757786" cy="18430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kumimoji="1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Font typeface="Wingdings 3" charset="2"/>
              <a:buNone/>
            </a:pPr>
            <a:r>
              <a:rPr lang="ja-JP" altLang="en-US" sz="3200" b="1" u="sng" dirty="0">
                <a:solidFill>
                  <a:schemeClr val="tx1"/>
                </a:solidFill>
              </a:rPr>
              <a:t>今後</a:t>
            </a:r>
            <a:endParaRPr lang="en-US" altLang="ja-JP" sz="3200" b="1" u="sng" dirty="0">
              <a:solidFill>
                <a:schemeClr val="tx1"/>
              </a:solidFill>
            </a:endParaRPr>
          </a:p>
          <a:p>
            <a:r>
              <a:rPr lang="ja-JP" altLang="en-US" b="1" dirty="0"/>
              <a:t>便</a:t>
            </a:r>
            <a:r>
              <a:rPr lang="en-US" altLang="ja-JP" b="1" dirty="0"/>
              <a:t>No</a:t>
            </a:r>
            <a:r>
              <a:rPr lang="ja-JP" altLang="en-US" b="1" dirty="0"/>
              <a:t>と入車ダイヤを紐づけてより明確に仕事量を見える化したい</a:t>
            </a:r>
            <a:endParaRPr lang="en-US" altLang="ja-JP" b="1" dirty="0"/>
          </a:p>
          <a:p>
            <a:endParaRPr lang="ja-JP" altLang="en-US" b="1" dirty="0"/>
          </a:p>
          <a:p>
            <a:r>
              <a:rPr lang="ja-JP" altLang="en-US" b="1" dirty="0"/>
              <a:t>使用データの前処理も</a:t>
            </a:r>
            <a:r>
              <a:rPr lang="en-US" altLang="ja-JP" b="1" dirty="0"/>
              <a:t>python</a:t>
            </a:r>
            <a:r>
              <a:rPr lang="ja-JP" altLang="en-US" b="1" dirty="0"/>
              <a:t>で行えるようにしたい</a:t>
            </a:r>
            <a:endParaRPr lang="en-US" altLang="ja-JP" sz="3600" b="1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026138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717292-F357-ADE9-883C-CE232DEA6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734" y="3125952"/>
            <a:ext cx="8596668" cy="878489"/>
          </a:xfrm>
        </p:spPr>
        <p:txBody>
          <a:bodyPr>
            <a:normAutofit/>
          </a:bodyPr>
          <a:lstStyle/>
          <a:p>
            <a:r>
              <a:rPr kumimoji="1" lang="ja-JP" altLang="en-US" sz="4400" b="1" dirty="0"/>
              <a:t>ご清聴ありがとうございました</a:t>
            </a:r>
          </a:p>
        </p:txBody>
      </p:sp>
    </p:spTree>
    <p:extLst>
      <p:ext uri="{BB962C8B-B14F-4D97-AF65-F5344CB8AC3E}">
        <p14:creationId xmlns:p14="http://schemas.microsoft.com/office/powerpoint/2010/main" val="665945650"/>
      </p:ext>
    </p:extLst>
  </p:cSld>
  <p:clrMapOvr>
    <a:masterClrMapping/>
  </p:clrMapOvr>
</p:sld>
</file>

<file path=ppt/theme/theme1.xml><?xml version="1.0" encoding="utf-8"?>
<a:theme xmlns:a="http://schemas.openxmlformats.org/drawingml/2006/main" name="ファセット">
  <a:themeElements>
    <a:clrScheme name="ファセット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ファセット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ファセッ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1914</TotalTime>
  <Words>212</Words>
  <Application>Microsoft Office PowerPoint</Application>
  <PresentationFormat>ワイド画面</PresentationFormat>
  <Paragraphs>39</Paragraphs>
  <Slides>5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Segoe Sans</vt:lpstr>
      <vt:lpstr>Arial</vt:lpstr>
      <vt:lpstr>Calibri</vt:lpstr>
      <vt:lpstr>Trebuchet MS</vt:lpstr>
      <vt:lpstr>Wingdings 3</vt:lpstr>
      <vt:lpstr>ファセット</vt:lpstr>
      <vt:lpstr>最終成果発表 </vt:lpstr>
      <vt:lpstr>PowerPoint プレゼンテーション</vt:lpstr>
      <vt:lpstr>PowerPoint プレゼンテーション</vt:lpstr>
      <vt:lpstr>PowerPoint プレゼンテーション</vt:lpstr>
      <vt:lpstr>ご清聴ありがとうございました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Kawasaki, Hiroyuki/河崎 広幸</cp:lastModifiedBy>
  <cp:revision>151</cp:revision>
  <dcterms:created xsi:type="dcterms:W3CDTF">2025-05-20T04:26:47Z</dcterms:created>
  <dcterms:modified xsi:type="dcterms:W3CDTF">2026-01-20T07:45:50Z</dcterms:modified>
</cp:coreProperties>
</file>